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27D3C-9A6B-4238-8C41-3F0A8376032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8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    </a:t>
            </a:r>
            <a:br>
              <a:rPr lang="en-IN" dirty="0"/>
            </a:br>
            <a:r>
              <a:rPr lang="en-IN" dirty="0"/>
              <a:t>                   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781175"/>
            <a:ext cx="10515600" cy="4558172"/>
          </a:xfrm>
        </p:spPr>
        <p:txBody>
          <a:bodyPr>
            <a:normAutofit fontScale="72500" lnSpcReduction="20000"/>
          </a:bodyPr>
          <a:lstStyle/>
          <a:p>
            <a:pPr marL="0" indent="0" algn="ctr">
              <a:buNone/>
            </a:pPr>
            <a:endParaRPr lang="en-US" alt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Computing: Reducing Infrastructure Management in the Cloud</a:t>
            </a:r>
            <a:endParaRPr lang="en-US" alt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</a:t>
            </a:r>
          </a:p>
          <a:p>
            <a:pPr indent="0" algn="just">
              <a:buNone/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                                                                             Supervisor</a:t>
            </a:r>
          </a:p>
          <a:p>
            <a:pPr indent="0" algn="just">
              <a:buNone/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pP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P.MUNILOKESH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r>
              <a:rPr lang="en-IN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Dr.J.Chenni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Kumaran</a:t>
            </a:r>
          </a:p>
          <a:p>
            <a:pPr indent="0" algn="just">
              <a:buNone/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</a:t>
            </a:r>
            <a:r>
              <a:rPr lang="en-IN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372181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Professor      </a:t>
            </a:r>
          </a:p>
          <a:p>
            <a:pPr indent="0" algn="just">
              <a:buNone/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Department of CSE</a:t>
            </a:r>
          </a:p>
          <a:p>
            <a:pPr marL="0" indent="0">
              <a:buNone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90;p13" descr="C:\Users\ADMIN\AppData\Local\Microsoft\Windows\INetCache\Content.MSO\C29DB0A6.tmp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11262" y="112712"/>
            <a:ext cx="10037762" cy="1030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930" y="381635"/>
            <a:ext cx="10515600" cy="6240780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of Concepts</a:t>
            </a:r>
          </a:p>
          <a:p>
            <a:pPr marL="0" indent="0">
              <a:buNone/>
            </a:pPr>
            <a:r>
              <a:rPr lang="en-US" sz="7200" dirty="0"/>
              <a:t>a) Serverless Computing:</a:t>
            </a:r>
          </a:p>
          <a:p>
            <a:r>
              <a:rPr lang="en-US" sz="7200" dirty="0"/>
              <a:t> Cloud provider manages servers automatically.</a:t>
            </a:r>
          </a:p>
          <a:p>
            <a:r>
              <a:rPr lang="en-US" sz="7200" dirty="0"/>
              <a:t> Developers focus only on code.</a:t>
            </a:r>
          </a:p>
          <a:p>
            <a:r>
              <a:rPr lang="en-US" sz="7200" dirty="0"/>
              <a:t> Automatic scaling.</a:t>
            </a:r>
          </a:p>
          <a:p>
            <a:r>
              <a:rPr lang="en-US" sz="7200" dirty="0"/>
              <a:t> Pay-per-use model.</a:t>
            </a:r>
          </a:p>
          <a:p>
            <a:r>
              <a:rPr lang="en-US" sz="7200" dirty="0"/>
              <a:t> Faster application deployment.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36638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Explain the role of Serverless Computing: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Eliminates server management.</a:t>
            </a:r>
          </a:p>
          <a:p>
            <a:r>
              <a:rPr lang="en-US" dirty="0"/>
              <a:t> Reduces infrastructure cost.</a:t>
            </a:r>
          </a:p>
          <a:p>
            <a:r>
              <a:rPr lang="en-US" dirty="0"/>
              <a:t>Improves scalability.</a:t>
            </a:r>
          </a:p>
          <a:p>
            <a:r>
              <a:rPr lang="en-US" dirty="0"/>
              <a:t>Accelerates development.</a:t>
            </a:r>
          </a:p>
          <a:p>
            <a:r>
              <a:rPr lang="en-US" dirty="0"/>
              <a:t> Enhances availability.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Concepts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7906"/>
            <a:ext cx="10515600" cy="52585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Architecture of Serverless Computing: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Request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Gateway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Function (AWS Lambda)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/ Storage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to User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Working Process: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0206" y="1690688"/>
            <a:ext cx="10193594" cy="448627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1.User sends request.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API Gateway receives request.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Function executes code.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 processed and stored.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Response returned.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95000" cy="435165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Advantages 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scaling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 effective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Faster deployment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availability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maintenance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3063"/>
            <a:ext cx="10515600" cy="4533900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start delay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Vendor lock-in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Execution time limits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Debugging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800101"/>
            <a:ext cx="9829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f) </a:t>
            </a: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disadvantages</a:t>
            </a:r>
            <a:r>
              <a:rPr lang="en-IN" alt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923" y="726050"/>
            <a:ext cx="10367962" cy="561976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b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923" y="1288026"/>
            <a:ext cx="10982632" cy="54274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g) Industry Importance:</a:t>
            </a:r>
          </a:p>
          <a:p>
            <a:pPr marL="0" indent="0" algn="l">
              <a:buNone/>
            </a:pPr>
            <a:endParaRPr lang="en-GB" sz="3600" b="1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/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by Netflix, Amazon, Airbnb.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cloud-native applications.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business agility.</a:t>
            </a: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operational overhead.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 / Design</a:t>
            </a:r>
            <a:b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h) </a:t>
            </a:r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Example:</a:t>
            </a: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Image Processing System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uploads image → AWS Lambda processes image → Amazon S3 stores output → User receives optimized image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Clarity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270" y="1253490"/>
            <a:ext cx="10515600" cy="510095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7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7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Conclusion:</a:t>
            </a:r>
          </a:p>
          <a:p>
            <a:r>
              <a:rPr lang="en-IN" sz="7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6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cloud application deployment.</a:t>
            </a:r>
          </a:p>
          <a:p>
            <a:r>
              <a:rPr lang="en-IN" sz="6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scalable and cost-efficient solutions.</a:t>
            </a:r>
          </a:p>
          <a:p>
            <a:r>
              <a:rPr lang="en-IN" sz="6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Important technology for modern cloud computing.</a:t>
            </a:r>
          </a:p>
          <a:p>
            <a:endParaRPr lang="en-IN" sz="6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IN" sz="6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serverless application execution.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-328613" y="7694"/>
            <a:ext cx="12192000" cy="153888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ui-monospace"/>
              </a:rPr>
              <a:t>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0" y="1104513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328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                                       Technical Presentation</vt:lpstr>
      <vt:lpstr>PowerPoint Presentation</vt:lpstr>
      <vt:lpstr> b) Explain the role of Serverless Computing:   </vt:lpstr>
      <vt:lpstr>    Application of Concepts     </vt:lpstr>
      <vt:lpstr>  d) Working Process:    </vt:lpstr>
      <vt:lpstr>                              Analysis </vt:lpstr>
      <vt:lpstr>PowerPoint Presentation</vt:lpstr>
      <vt:lpstr>Evaluation </vt:lpstr>
      <vt:lpstr>Solution / Design </vt:lpstr>
      <vt:lpstr>Clarity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Presentation</dc:title>
  <dc:creator>Rahul Babu</dc:creator>
  <cp:lastModifiedBy>Muni Lokesh</cp:lastModifiedBy>
  <cp:revision>11</cp:revision>
  <dcterms:created xsi:type="dcterms:W3CDTF">2026-04-28T16:19:00Z</dcterms:created>
  <dcterms:modified xsi:type="dcterms:W3CDTF">2026-07-20T18:01:05Z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8846A1DB901745A9B3F79992F6561DBC_13</vt:lpwstr>
  </property>
</Properties>
</file>